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6636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4164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884858"/>
            <a:ext cx="19696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1077218"/>
            <a:ext cx="2423949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5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Portal</a:t>
            </a:r>
            <a:endParaRPr lang="en-US" sz="3170" dirty="0"/>
          </a:p>
        </p:txBody>
      </p:sp>
      <p:sp>
        <p:nvSpPr>
          <p:cNvPr id="17" name="Text 15"/>
          <p:cNvSpPr/>
          <p:nvPr/>
        </p:nvSpPr>
        <p:spPr>
          <a:xfrm>
            <a:off x="2560216" y="1487612"/>
            <a:ext cx="321594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5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3170" dirty="0"/>
          </a:p>
        </p:txBody>
      </p:sp>
      <p:sp>
        <p:nvSpPr>
          <p:cNvPr id="18" name="Text 16"/>
          <p:cNvSpPr/>
          <p:nvPr/>
        </p:nvSpPr>
        <p:spPr>
          <a:xfrm>
            <a:off x="2560216" y="1898005"/>
            <a:ext cx="186219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5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3170" dirty="0"/>
          </a:p>
        </p:txBody>
      </p:sp>
      <p:sp>
        <p:nvSpPr>
          <p:cNvPr id="19" name="Text 17"/>
          <p:cNvSpPr/>
          <p:nvPr/>
        </p:nvSpPr>
        <p:spPr>
          <a:xfrm>
            <a:off x="2560216" y="2494136"/>
            <a:ext cx="3343930" cy="615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relational database for candidates,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employers, jobs, applications and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141" y="3391198"/>
            <a:ext cx="2976562" cy="8763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2716411" y="3400127"/>
            <a:ext cx="10697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20" b="1" spc="58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716411" y="3598218"/>
            <a:ext cx="16300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 Megha Srinath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2716411" y="3839840"/>
            <a:ext cx="14389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 Siddhardha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716411" y="4081462"/>
            <a:ext cx="105897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 Yuvaraj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03491" y="1862100"/>
            <a:ext cx="2690812" cy="1419225"/>
          </a:xfrm>
          <a:prstGeom prst="rect">
            <a:avLst/>
          </a:prstGeom>
          <a:solidFill>
            <a:srgbClr val="16161E"/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823" y="1996455"/>
            <a:ext cx="108741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ER_MODEL.png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556450" y="1996455"/>
            <a:ext cx="125902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diagram loaded</a:t>
            </a:r>
            <a:endParaRPr lang="en-US" sz="86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017791" y="2218692"/>
            <a:ext cx="2462212" cy="947737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560216" y="4823892"/>
            <a:ext cx="1681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0141" y="3391198"/>
            <a:ext cx="2976562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6636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331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4335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340139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7084412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implement a Job Portal database using MySQL to manage the complete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workflow.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59248" y="1776115"/>
            <a:ext cx="276225" cy="276225"/>
          </a:xfrm>
          <a:prstGeom prst="ellipse">
            <a:avLst/>
          </a:prstGeom>
          <a:solidFill>
            <a:srgbClr val="76A7F5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31653" y="1839367"/>
            <a:ext cx="2279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2560216" y="2147515"/>
            <a:ext cx="1710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 records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560216" y="2432447"/>
            <a:ext cx="2434590" cy="54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candidate, employer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job information in related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4662413" y="1776115"/>
            <a:ext cx="276225" cy="276225"/>
          </a:xfrm>
          <a:prstGeom prst="ellipse">
            <a:avLst/>
          </a:prstGeom>
          <a:solidFill>
            <a:srgbClr val="76A7F5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22986" y="1839367"/>
            <a:ext cx="2586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663380" y="2147515"/>
            <a:ext cx="17121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applications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663380" y="2432447"/>
            <a:ext cx="2369001" cy="54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application dates and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statuses from Applied to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765578" y="1776115"/>
            <a:ext cx="276225" cy="276225"/>
          </a:xfrm>
          <a:prstGeom prst="ellipse">
            <a:avLst/>
          </a:prstGeom>
          <a:solidFill>
            <a:srgbClr val="76A7F5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25258" y="1839367"/>
            <a:ext cx="2610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6766545" y="2147515"/>
            <a:ext cx="16952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decisions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766545" y="2432447"/>
            <a:ext cx="2339303" cy="54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SQL queries, views and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to answer</a:t>
            </a:r>
            <a:endParaRPr lang="en-US" sz="104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0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questions.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2560216" y="3528120"/>
            <a:ext cx="480738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97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Scope: candidates · employers · jobs · applications · interviews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2560216" y="4823892"/>
            <a:ext cx="18977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774" y="3407346"/>
            <a:ext cx="6034088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468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418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9241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559996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Schema Overview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5936226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connected tables represent the hiring journey from job posting to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result.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60737" y="1621892"/>
            <a:ext cx="2833687" cy="752475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2560216" y="1646560"/>
            <a:ext cx="12022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Candidates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216" y="1907084"/>
            <a:ext cx="3436992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candidate_id PK · full_name · phone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UNIQUE · email UNIQUE · city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761211" y="1621892"/>
            <a:ext cx="2833687" cy="752475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5760690" y="1646560"/>
            <a:ext cx="10877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Employers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690" y="1907084"/>
            <a:ext cx="3050716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employer_id PK · company_name ·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industry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560737" y="2501243"/>
            <a:ext cx="2833687" cy="752475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2560216" y="2525911"/>
            <a:ext cx="5152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Jobs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0216" y="2786435"/>
            <a:ext cx="3533537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job_id PK · employer_id FK · title ·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location · salary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5761211" y="2501243"/>
            <a:ext cx="2833687" cy="752475"/>
          </a:xfrm>
          <a:prstGeom prst="rect">
            <a:avLst/>
          </a:prstGeom>
          <a:ln/>
        </p:spPr>
      </p:sp>
      <p:sp>
        <p:nvSpPr>
          <p:cNvPr id="28" name="Text 26"/>
          <p:cNvSpPr/>
          <p:nvPr/>
        </p:nvSpPr>
        <p:spPr>
          <a:xfrm>
            <a:off x="5760690" y="2525911"/>
            <a:ext cx="14312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690" y="2786435"/>
            <a:ext cx="3630082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application_id PK · candidate_id FK ·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job_id FK · application_date · status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560737" y="3380594"/>
            <a:ext cx="2833687" cy="752475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2560216" y="3405262"/>
            <a:ext cx="12022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Interviews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60216" y="3665786"/>
            <a:ext cx="3630082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interview_id PK · application_id FK ·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interview_date · mode · result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761211" y="3380594"/>
            <a:ext cx="2833687" cy="752475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5760690" y="3665786"/>
            <a:ext cx="25678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9AA5C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PK identifies each record.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5760690" y="3857104"/>
            <a:ext cx="2664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9AA5C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FK connects related tables.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2560216" y="4823892"/>
            <a:ext cx="1906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737" y="1621892"/>
            <a:ext cx="2833687" cy="752475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1211" y="1621892"/>
            <a:ext cx="2833687" cy="752475"/>
          </a:xfrm>
          <a:prstGeom prst="rect">
            <a:avLst/>
          </a:prstGeom>
        </p:spPr>
      </p:pic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0737" y="2501243"/>
            <a:ext cx="2833687" cy="752475"/>
          </a:xfrm>
          <a:prstGeom prst="rect">
            <a:avLst/>
          </a:prstGeom>
        </p:spPr>
      </p:pic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1211" y="2501243"/>
            <a:ext cx="2833687" cy="752475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0737" y="3380594"/>
            <a:ext cx="2833687" cy="75247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1211" y="3380594"/>
            <a:ext cx="2833687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468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71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1752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SCHEMA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37215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908968"/>
            <a:ext cx="433549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 (ER Diagram)</a:t>
            </a:r>
            <a:endParaRPr lang="en-US" sz="2590" dirty="0"/>
          </a:p>
        </p:txBody>
      </p:sp>
      <p:sp>
        <p:nvSpPr>
          <p:cNvPr id="18" name="Text 16"/>
          <p:cNvSpPr/>
          <p:nvPr/>
        </p:nvSpPr>
        <p:spPr>
          <a:xfrm>
            <a:off x="2560216" y="1375990"/>
            <a:ext cx="698602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show how employers offer jobs, candidates submit applications, and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lead to interviews.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560774" y="1912665"/>
            <a:ext cx="6034088" cy="3190875"/>
          </a:xfrm>
          <a:prstGeom prst="rect">
            <a:avLst/>
          </a:prstGeom>
          <a:solidFill>
            <a:srgbClr val="16161E"/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268" y="2403202"/>
            <a:ext cx="5753100" cy="2209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560216" y="4823892"/>
            <a:ext cx="19364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454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157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6617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FUNDAMENTALS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567087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SQL / SELECT / WHERE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55499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only the fields and rows needed for a business question.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60216" y="1545878"/>
            <a:ext cx="12599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1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pattern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2560216" y="1926506"/>
            <a:ext cx="2997317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chooses columns. WHERE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rows before the result is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716411" y="2693045"/>
            <a:ext cx="2739896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question: Which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Hyderabad jobs offer more than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₹600,000?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334260" y="1526084"/>
            <a:ext cx="3262312" cy="1862137"/>
          </a:xfrm>
          <a:prstGeom prst="roundRect">
            <a:avLst>
              <a:gd name="adj" fmla="val 2455"/>
            </a:avLst>
          </a:prstGeom>
          <a:solidFill>
            <a:srgbClr val="16161E"/>
          </a:solidFill>
          <a:ln w="4763">
            <a:solidFill>
              <a:srgbClr val="A0CD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3017" y="1653480"/>
            <a:ext cx="33846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job_id, title, location,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43017" y="1859161"/>
            <a:ext cx="7012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salary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43017" y="2064841"/>
            <a:ext cx="1023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Jobs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43017" y="2270522"/>
            <a:ext cx="30627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location = 'Hyderabad'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608216" y="2476202"/>
            <a:ext cx="22039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AND salary &gt; 600000;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443017" y="2887563"/>
            <a:ext cx="91589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*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43017" y="3093244"/>
            <a:ext cx="113055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Jobs;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2560216" y="4823892"/>
            <a:ext cx="18803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030" y="2679353"/>
            <a:ext cx="2409825" cy="595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454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44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6617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FUNDAMENTALS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531265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AGGREGRATE FUNCTIONS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65474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rows into useful counts, totals and averages for decision-making.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59732" y="1475631"/>
            <a:ext cx="995362" cy="938212"/>
          </a:xfrm>
          <a:prstGeom prst="rect">
            <a:avLst/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2123" y="1641128"/>
            <a:ext cx="9084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COUNT()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2702123" y="1916162"/>
            <a:ext cx="75792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per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3691310" y="1475631"/>
            <a:ext cx="995362" cy="938212"/>
          </a:xfrm>
          <a:prstGeom prst="rect">
            <a:avLst/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33664" y="1641128"/>
            <a:ext cx="6652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AVG()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3833664" y="1916162"/>
            <a:ext cx="66776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559732" y="2551323"/>
            <a:ext cx="995362" cy="1171575"/>
          </a:xfrm>
          <a:prstGeom prst="rect">
            <a:avLst/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2123" y="2716932"/>
            <a:ext cx="6652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SUM()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2702123" y="2991966"/>
            <a:ext cx="59279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691310" y="2551323"/>
            <a:ext cx="995362" cy="1171575"/>
          </a:xfrm>
          <a:prstGeom prst="rect">
            <a:avLst/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3664" y="2716932"/>
            <a:ext cx="665247" cy="4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 /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3833664" y="3225105"/>
            <a:ext cx="51385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052045" y="1475259"/>
            <a:ext cx="3543300" cy="2247900"/>
          </a:xfrm>
          <a:prstGeom prst="roundRect">
            <a:avLst>
              <a:gd name="adj" fmla="val 2034"/>
            </a:avLst>
          </a:prstGeom>
          <a:solidFill>
            <a:srgbClr val="16161E"/>
          </a:solidFill>
          <a:ln w="4763">
            <a:solidFill>
              <a:srgbClr val="78A0F5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59573" y="1602060"/>
            <a:ext cx="24186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e.company_name,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737622" y="1807741"/>
            <a:ext cx="32773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COUNT(j.job_id) AS total_jobs,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737622" y="2013421"/>
            <a:ext cx="33846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AVG(j.salary) AS average_salary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159573" y="2219102"/>
            <a:ext cx="17746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Employers e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159573" y="2424782"/>
            <a:ext cx="32773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Jobs j ON e.employer_id =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159573" y="2630463"/>
            <a:ext cx="14526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j.employer_id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159573" y="2836143"/>
            <a:ext cx="25260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GROUP BY e.company_name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5159573" y="3041824"/>
            <a:ext cx="2740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ORDER BY total_jobs DESC;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2560216" y="4823892"/>
            <a:ext cx="1909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454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565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6617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FUNDAMENTALS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64891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String, Numeric &amp; Date Functions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675588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transform stored values into readable output for reports and analysis.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60216" y="1499220"/>
            <a:ext cx="7655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9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String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2559769" y="1778124"/>
            <a:ext cx="1890712" cy="1862137"/>
          </a:xfrm>
          <a:prstGeom prst="roundRect">
            <a:avLst>
              <a:gd name="adj" fmla="val 2455"/>
            </a:avLst>
          </a:prstGeom>
          <a:solidFill>
            <a:srgbClr val="16161E"/>
          </a:solidFill>
          <a:ln w="4763">
            <a:solidFill>
              <a:srgbClr val="78A0F5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67819" y="1905521"/>
            <a:ext cx="2096683" cy="1190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UPPER(company_name)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LOWER(company_name)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CONCAT(full_name, '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— ', city)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REPLACE(title,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'Engineer',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667819" y="3345284"/>
            <a:ext cx="14526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'Specialist')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632871" y="1499220"/>
            <a:ext cx="8835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90" b="1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Numeric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4632424" y="1779166"/>
            <a:ext cx="1890712" cy="1243013"/>
          </a:xfrm>
          <a:prstGeom prst="roundRect">
            <a:avLst>
              <a:gd name="adj" fmla="val 3678"/>
            </a:avLst>
          </a:prstGeom>
          <a:solidFill>
            <a:srgbClr val="16161E"/>
          </a:solidFill>
          <a:ln w="4763">
            <a:solidFill>
              <a:srgbClr val="E1AF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40473" y="1905521"/>
            <a:ext cx="1989304" cy="984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ROUND(AVG(salary),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MIN(salary)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MAX(salary)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SUM(salary)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705526" y="1499220"/>
            <a:ext cx="5294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9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Date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6705116" y="1777678"/>
            <a:ext cx="1890712" cy="1657350"/>
          </a:xfrm>
          <a:prstGeom prst="roundRect">
            <a:avLst>
              <a:gd name="adj" fmla="val 2759"/>
            </a:avLst>
          </a:prstGeom>
          <a:solidFill>
            <a:srgbClr val="16161E"/>
          </a:solidFill>
          <a:ln w="4763">
            <a:solidFill>
              <a:srgbClr val="A0CD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3128" y="1905521"/>
            <a:ext cx="134522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DATE_FORMAT(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978328" y="2111201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application_date,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978328" y="2316882"/>
            <a:ext cx="113055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'%a-%b-%y'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813128" y="2522562"/>
            <a:ext cx="1645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813128" y="2728243"/>
            <a:ext cx="20966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DATEDIFF(CURDATE(),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813128" y="3139604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application_date)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560216" y="4823892"/>
            <a:ext cx="18300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3908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42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5152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QUERIES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128698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JOINS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644535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related tables so one result can show the candidate, company and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together.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61183" y="1673498"/>
            <a:ext cx="1052512" cy="357188"/>
          </a:xfrm>
          <a:prstGeom prst="rect">
            <a:avLst/>
          </a:prstGeom>
          <a:solidFill>
            <a:srgbClr val="76A7F5">
              <a:alpha val="10196"/>
            </a:srgbClr>
          </a:solidFill>
          <a:ln w="4763">
            <a:solidFill>
              <a:srgbClr val="7BA2F8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2123" y="1775147"/>
            <a:ext cx="105897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Candidates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3706044" y="1738685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3950084" y="1673498"/>
            <a:ext cx="1209675" cy="357188"/>
          </a:xfrm>
          <a:prstGeom prst="rect">
            <a:avLst/>
          </a:prstGeom>
          <a:solidFill>
            <a:srgbClr val="9DCE6C">
              <a:alpha val="10196"/>
            </a:srgbClr>
          </a:solidFill>
          <a:ln w="4763">
            <a:solidFill>
              <a:srgbClr val="9FCD6A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2550" y="1775147"/>
            <a:ext cx="125931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Applications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5250582" y="1738685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495962" y="1673498"/>
            <a:ext cx="590550" cy="357188"/>
          </a:xfrm>
          <a:prstGeom prst="rect">
            <a:avLst/>
          </a:prstGeom>
          <a:solidFill>
            <a:srgbClr val="E2B16C">
              <a:alpha val="10196"/>
            </a:srgbClr>
          </a:solidFill>
          <a:ln w="4763">
            <a:solidFill>
              <a:srgbClr val="E1B067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7088" y="1775147"/>
            <a:ext cx="45793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Jobs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6178674" y="1738685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6423794" y="1673498"/>
            <a:ext cx="976312" cy="357188"/>
          </a:xfrm>
          <a:prstGeom prst="rect">
            <a:avLst/>
          </a:prstGeom>
          <a:solidFill>
            <a:srgbClr val="76A7F5">
              <a:alpha val="10196"/>
            </a:srgbClr>
          </a:solidFill>
          <a:ln w="4763">
            <a:solidFill>
              <a:srgbClr val="7BA2F8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181" y="1775147"/>
            <a:ext cx="95875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Employers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2560216" y="2306166"/>
            <a:ext cx="10741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JOIN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560216" y="2614687"/>
            <a:ext cx="2954848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records that match across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connected tables.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716411" y="3128888"/>
            <a:ext cx="2800261" cy="783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query: display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name, company name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job title for every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94362" y="2286819"/>
            <a:ext cx="3400425" cy="2066925"/>
          </a:xfrm>
          <a:prstGeom prst="roundRect">
            <a:avLst>
              <a:gd name="adj" fmla="val 2212"/>
            </a:avLst>
          </a:prstGeom>
          <a:solidFill>
            <a:srgbClr val="16161E"/>
          </a:solidFill>
          <a:ln w="4763">
            <a:solidFill>
              <a:srgbClr val="78A0F5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1332" y="2413769"/>
            <a:ext cx="20966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c.full_name,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879381" y="2619449"/>
            <a:ext cx="16672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e.company_name,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879381" y="2825130"/>
            <a:ext cx="8086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j.title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301332" y="3030810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Candidates c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301332" y="3236491"/>
            <a:ext cx="40287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Applications a ON c.candidate_id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5301332" y="3442171"/>
            <a:ext cx="17746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a.candidate_id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301332" y="3647852"/>
            <a:ext cx="3706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Jobs j ON a.job_id = j.job_id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5301332" y="3853532"/>
            <a:ext cx="381407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Employers e ON j.employer_id =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301332" y="4059213"/>
            <a:ext cx="15599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e.employer_id;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2560216" y="4823892"/>
            <a:ext cx="19074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625" y="3109243"/>
            <a:ext cx="2266950" cy="823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218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644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1108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229625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SUBQUERY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680019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query inside another query helps compare records against a calculated result.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60216" y="1633538"/>
            <a:ext cx="15164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220" b="1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Nested logic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560216" y="1964754"/>
            <a:ext cx="2710294" cy="8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inner query finds the</a:t>
            </a:r>
            <a:endParaRPr lang="en-US" sz="1080" dirty="0"/>
          </a:p>
          <a:p>
            <a:pPr algn="l" indent="0" marL="0">
              <a:lnSpc>
                <a:spcPts val="1673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salary. The outer query</a:t>
            </a:r>
            <a:endParaRPr lang="en-US" sz="1080" dirty="0"/>
          </a:p>
          <a:p>
            <a:pPr algn="l" indent="0" marL="0">
              <a:lnSpc>
                <a:spcPts val="1673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candidates who applied</a:t>
            </a:r>
            <a:endParaRPr lang="en-US" sz="1080" dirty="0"/>
          </a:p>
          <a:p>
            <a:pPr algn="l" indent="0" marL="0">
              <a:lnSpc>
                <a:spcPts val="1673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that job.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560216" y="3076724"/>
            <a:ext cx="2664440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565F8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Inner query → comparison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565F8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value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565F8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Outer query → final records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52045" y="1577950"/>
            <a:ext cx="3543300" cy="2066925"/>
          </a:xfrm>
          <a:prstGeom prst="roundRect">
            <a:avLst>
              <a:gd name="adj" fmla="val 2212"/>
            </a:avLst>
          </a:prstGeom>
          <a:solidFill>
            <a:srgbClr val="16161E"/>
          </a:solidFill>
          <a:ln w="4763">
            <a:solidFill>
              <a:srgbClr val="E1AF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59573" y="1704901"/>
            <a:ext cx="40287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c.full_name, j.title, j.salary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159573" y="1910581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Candidates c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159573" y="2116262"/>
            <a:ext cx="424340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Applications a ON c.candidate_id =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159573" y="2321942"/>
            <a:ext cx="15599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a.candidate_id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159573" y="2527622"/>
            <a:ext cx="3706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Jobs j ON a.job_id = j.job_id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159573" y="2733303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j.salary =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159573" y="2938983"/>
            <a:ext cx="220406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 SELECT MAX(salary)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324773" y="3144664"/>
            <a:ext cx="1023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Jobs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159573" y="3350344"/>
            <a:ext cx="2719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560216" y="4823892"/>
            <a:ext cx="1909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183" y="2950592"/>
            <a:ext cx="2124075" cy="661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218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4164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17196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QUERY LAYER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141583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6136280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 frequently used query as a virtual table that can be queried like a</a:t>
            </a:r>
            <a:endParaRPr lang="en-US" sz="1080" dirty="0"/>
          </a:p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table.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560216" y="1698054"/>
            <a:ext cx="15457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7AA2F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 a view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59769" y="1970782"/>
            <a:ext cx="2881313" cy="3300413"/>
          </a:xfrm>
          <a:prstGeom prst="roundRect">
            <a:avLst>
              <a:gd name="adj" fmla="val 1587"/>
            </a:avLst>
          </a:prstGeom>
          <a:solidFill>
            <a:srgbClr val="16161E"/>
          </a:solidFill>
          <a:ln w="4763">
            <a:solidFill>
              <a:srgbClr val="78A0F5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67819" y="2097435"/>
            <a:ext cx="33846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 VIEW Selected_Candidates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667819" y="2303115"/>
            <a:ext cx="2719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667819" y="2508796"/>
            <a:ext cx="20966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c.full_name,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245867" y="2714476"/>
            <a:ext cx="16672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e.company_name,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245867" y="2920157"/>
            <a:ext cx="8086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j.title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2667819" y="3125837"/>
            <a:ext cx="18819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Candidates c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667819" y="3331518"/>
            <a:ext cx="19893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Applications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667819" y="3537198"/>
            <a:ext cx="23114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 ON c.candidate_id =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2667819" y="3742879"/>
            <a:ext cx="15599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a.candidate_id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2667819" y="3948559"/>
            <a:ext cx="2740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Jobs j ON a.job_id =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667819" y="4154239"/>
            <a:ext cx="91589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j.job_id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667819" y="4359920"/>
            <a:ext cx="16672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 Employers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2667819" y="4565600"/>
            <a:ext cx="220406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 ON j.employer_id =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667819" y="4771281"/>
            <a:ext cx="14526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e.employer_id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2667819" y="4976961"/>
            <a:ext cx="306271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a.status = 'Selected';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714926" y="1698054"/>
            <a:ext cx="25762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Retrieve from the view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14516" y="1969740"/>
            <a:ext cx="2881313" cy="628650"/>
          </a:xfrm>
          <a:prstGeom prst="roundRect">
            <a:avLst>
              <a:gd name="adj" fmla="val 7273"/>
            </a:avLst>
          </a:prstGeom>
          <a:solidFill>
            <a:srgbClr val="16161E"/>
          </a:solidFill>
          <a:ln w="4763">
            <a:solidFill>
              <a:srgbClr val="A0CD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822528" y="2097435"/>
            <a:ext cx="2740670" cy="367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*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Selected_Candidates;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5871121" y="2770659"/>
            <a:ext cx="3454695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view keeps a useful business result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and reusable without repeating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join.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2560216" y="4823892"/>
            <a:ext cx="1681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516" y="2750567"/>
            <a:ext cx="2881313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218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626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1765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216" y="369540"/>
            <a:ext cx="9800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spc="58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SAFETY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560216" y="566663"/>
            <a:ext cx="333541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590" b="1" spc="-10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2590" dirty="0"/>
          </a:p>
        </p:txBody>
      </p:sp>
      <p:sp>
        <p:nvSpPr>
          <p:cNvPr id="17" name="Text 15"/>
          <p:cNvSpPr/>
          <p:nvPr/>
        </p:nvSpPr>
        <p:spPr>
          <a:xfrm>
            <a:off x="2560216" y="1033686"/>
            <a:ext cx="70019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related changes so they either complete together or can be reversed safely.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561072" y="1600833"/>
            <a:ext cx="71438" cy="7143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9" name="Text 17"/>
          <p:cNvSpPr/>
          <p:nvPr/>
        </p:nvSpPr>
        <p:spPr>
          <a:xfrm>
            <a:off x="2724745" y="1550640"/>
            <a:ext cx="13166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ECE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COMMIT path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59769" y="1822624"/>
            <a:ext cx="2881313" cy="1862137"/>
          </a:xfrm>
          <a:prstGeom prst="roundRect">
            <a:avLst>
              <a:gd name="adj" fmla="val 2455"/>
            </a:avLst>
          </a:prstGeom>
          <a:solidFill>
            <a:srgbClr val="16161E"/>
          </a:solidFill>
          <a:ln w="4763">
            <a:solidFill>
              <a:srgbClr val="A0CD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67819" y="1950021"/>
            <a:ext cx="19893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 TRANSACTION;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667819" y="2361381"/>
            <a:ext cx="2740670" cy="77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UPDATE Applications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SET status = 'Interview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Scheduled'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application_id = 4;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2667819" y="3389784"/>
            <a:ext cx="8086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COMMIT;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715781" y="1600833"/>
            <a:ext cx="71438" cy="71438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455" y="1550640"/>
            <a:ext cx="15457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0AF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ROLLBACK path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14516" y="1824112"/>
            <a:ext cx="2881313" cy="1447800"/>
          </a:xfrm>
          <a:prstGeom prst="roundRect">
            <a:avLst>
              <a:gd name="adj" fmla="val 3158"/>
            </a:avLst>
          </a:prstGeom>
          <a:solidFill>
            <a:srgbClr val="16161E"/>
          </a:solidFill>
          <a:ln w="4763">
            <a:solidFill>
              <a:srgbClr val="E1AF69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22528" y="1950021"/>
            <a:ext cx="19893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 TRANSACTION;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822528" y="2361381"/>
            <a:ext cx="2848049" cy="367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DELETE FROM Applications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application_id = 10;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822528" y="2978423"/>
            <a:ext cx="1023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0CA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ROLLBACK;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560216" y="3903985"/>
            <a:ext cx="72221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0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COMMIT when the operation is correct. Use ROLLBACK after an accidental change.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2560216" y="4823892"/>
            <a:ext cx="1441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solidFill>
            <a:srgbClr val="1B1C2A"/>
          </a:solidFill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816" y="271463"/>
            <a:ext cx="958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job-portal.sql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290" y="739899"/>
            <a:ext cx="102404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GUIDE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290" y="975717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74290" y="1258491"/>
            <a:ext cx="7390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4290" y="1541264"/>
            <a:ext cx="14323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Techniques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4290" y="1943100"/>
            <a:ext cx="7841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50" b="1" spc="52" kern="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290" y="2178918"/>
            <a:ext cx="15200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290" y="2461692"/>
            <a:ext cx="13116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8E96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SQL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4290" y="2744465"/>
            <a:ext cx="11740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Team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290" y="4772397"/>
            <a:ext cx="6394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spcBef>
                <a:spcPts val="14423"/>
              </a:spcBef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349180" y="111100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A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63480" y="1225302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A1B26"/>
          </a:solidFill>
          <a:ln/>
        </p:spPr>
      </p:sp>
      <p:sp>
        <p:nvSpPr>
          <p:cNvPr id="17" name="Text 15"/>
          <p:cNvSpPr/>
          <p:nvPr/>
        </p:nvSpPr>
        <p:spPr>
          <a:xfrm>
            <a:off x="4289662" y="1783407"/>
            <a:ext cx="25763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810"/>
              </a:spcAft>
              <a:buNone/>
            </a:pPr>
            <a:r>
              <a:rPr lang="en-US" sz="720" b="1" spc="72" kern="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PORTAL MANAGEMENT SYSTEM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913543" y="1966243"/>
            <a:ext cx="332854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spc="-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THANKYOU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053648" y="2644378"/>
            <a:ext cx="5048265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schema, relationships and SQL techniques for a</a:t>
            </a:r>
            <a:endParaRPr lang="en-US" sz="1150" dirty="0"/>
          </a:p>
          <a:p>
            <a:pPr algn="ctr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job portal workflow.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15743" y="3423568"/>
            <a:ext cx="2724150" cy="6096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5012308" y="3597548"/>
            <a:ext cx="113094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777046" y="3847877"/>
            <a:ext cx="36015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405"/>
              </a:spcBef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Megha Srinath · M Siddhardha · R Yuvaraj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560216" y="4823892"/>
            <a:ext cx="165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621042" y="4823892"/>
            <a:ext cx="1323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Capstone Project</a:t>
            </a:r>
            <a:endParaRPr lang="en-US" sz="6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5743" y="3423568"/>
            <a:ext cx="272415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2026-09-22T09:15:15Z</dcterms:created>
  <dcterms:modified xsi:type="dcterms:W3CDTF">2026-09-22T09:15:15Z</dcterms:modified>
</cp:coreProperties>
</file>